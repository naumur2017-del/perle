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11088276" r:id="rId5"/>
    <p:sldId id="11088277" r:id="rId6"/>
    <p:sldId id="11088278" r:id="rId7"/>
    <p:sldId id="1108827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394C1-E740-64D1-6124-0DF2137EF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EEF9FB-822A-F972-21B0-C5469E767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21706C-EFFF-1095-0D8F-707E49CE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C64B9D-DE71-5044-18DB-E55A6A5B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6B9869-FDF3-2953-FF91-2EA5A00B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19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B4557-8CCB-5ACD-C065-70714726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DFA777-5BAB-B52B-8843-F01F514C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F5AB62-98AE-84C8-4A85-6C41B9A5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2A5C7A-F789-6BC9-D27B-83DA1F65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C97F23-53CD-09B2-B66C-BB2C1AB1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868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501DFB-CE1C-AD0A-C67D-BEAFACFDA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C486C-DD95-9F62-F9AC-55CC1957E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409D8E-9782-A965-E784-CF68B7695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21436F-A2A8-D38B-3DCD-2AF5C0F8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D3D3F-0055-FED9-853D-D2FDB7621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060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96322-88DF-8B22-90EE-FD285EED0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B8841-F73B-9A24-FD88-079ABA468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CCF275-3B65-B1C6-6DB4-FBD359917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51E857-F498-B551-32BB-85E81E08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16E3C7-1AA1-DE76-00C3-84FEC154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7CE9FD7-9110-E536-D2BE-AC9DDF60B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8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755C35-CC88-DC41-F320-5984D9AA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B9593E-39BB-B7BF-EB4A-F0AEC37B3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E84A84-E602-B827-F3A6-BD18C4E8F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A4D566-182C-873C-BFAB-EFEBC2AE6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153BFFD-90FE-B20B-62F4-E6F5320A6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E3C1DB-674C-50F0-2035-65FAD069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7D48062-7E9E-CAD7-10C9-ADC9B54B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9F261D6-EA24-750F-DB1A-55258C82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14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E1460-36DA-5DD2-ED0D-3E4B7B3D5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0F6187-3114-1DC7-3434-2B3FE270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3DD9F33-128C-EDA6-6FCB-6527ACFD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8BD9FF9-EB42-1A38-1930-9F5271F0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73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3DFB5B-02CA-F9C8-18C1-E00987E8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67F33E-08DF-CCB3-1A8E-992E11A9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6EBF7B-4EDF-16A3-DAC7-220F6A89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2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1333A-BBF1-CA07-25C5-4029BDA72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0C5DC2-5D53-9663-479A-1A8B7CEE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84443D-1074-CEA5-6381-07532CEBD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E523A4-D507-B8A7-518A-C87ADF8BF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582219-398D-B693-5B4E-0281C0C1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90DBDB-9E04-B13B-DCEF-4D687FB2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220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0C4C5C-F6F7-BE98-5759-88F65AC1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7399F04-F714-C9E5-2A67-71E29F04E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1F5B91-D51F-2E9E-6BFB-FC19E212A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D96FD84-3386-59C7-DFD4-CE315B944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7A13B8-69CE-2CF1-D55A-C7DC84A2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0CD7B0-7E45-F7C8-A6E7-3EF795B9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52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45B9F4-74FA-622E-B6F6-317D83D3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C5A3F5-80F5-2719-B92D-799893D47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A1E0F9-E4E6-B1E0-9C01-917FD8CA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A0127F-25AF-823E-AF19-978E0C25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E2A41A-04F1-704B-F693-65A961C0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8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F35CCA-52F7-8E73-0949-1D8CF168B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B87A16-6E51-CCF6-F6CB-B973E3617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56D5CE-036F-7538-C525-09D816FE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C0186-F42B-BC81-D04E-A55267C6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4BBF5B-0E8A-B252-1626-F6C3BE3C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099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657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E0FF0E9-0879-0F2D-2074-F52B06E5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F6C658-D726-EB68-965D-63A2FE2D0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4F7B7B-4AC9-E423-A157-C8C88F069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DA51B-0907-464A-997C-950AE1A1AAA9}" type="datetimeFigureOut">
              <a:rPr lang="fr-FR" smtClean="0"/>
              <a:t>23/07/2026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AEA695-6657-BAD7-D995-10BC2D854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EB41AE-B30E-70CC-03A1-F840ABEE1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D0895-E52B-47FF-A69A-C873EA6750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60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86DEBDA-2C28-8F0D-E664-33D3F0ADE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" y="682753"/>
            <a:ext cx="9296400" cy="6197600"/>
          </a:xfrm>
          <a:prstGeom prst="rect">
            <a:avLst/>
          </a:prstGeom>
        </p:spPr>
      </p:pic>
      <p:pic>
        <p:nvPicPr>
          <p:cNvPr id="9" name="Image 0" descr="/mnt/data/template_extract/ppt/media/image4.png">
            <a:extLst>
              <a:ext uri="{FF2B5EF4-FFF2-40B4-BE49-F238E27FC236}">
                <a16:creationId xmlns:a16="http://schemas.microsoft.com/office/drawing/2014/main" id="{CF232A8D-6CCA-7802-FE86-BCC6BA20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868" y="-76200"/>
            <a:ext cx="566928" cy="7315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92E9824-8253-9F95-FE41-ECEC07B9791E}"/>
              </a:ext>
            </a:extLst>
          </p:cNvPr>
          <p:cNvSpPr/>
          <p:nvPr/>
        </p:nvSpPr>
        <p:spPr>
          <a:xfrm>
            <a:off x="97028" y="106680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11827"/>
                </a:solidFill>
              </a:rPr>
              <a:t>1. Vue accueil</a:t>
            </a:r>
            <a:endParaRPr lang="fr-FR" sz="2400" noProof="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DD0A50E-717E-54DD-4C63-07F1BA77C65C}"/>
              </a:ext>
            </a:extLst>
          </p:cNvPr>
          <p:cNvSpPr/>
          <p:nvPr/>
        </p:nvSpPr>
        <p:spPr>
          <a:xfrm>
            <a:off x="97028" y="591312"/>
            <a:ext cx="150876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9817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FF4C0-CA55-2019-56BF-58323576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extract/ppt/media/image4.png">
            <a:extLst>
              <a:ext uri="{FF2B5EF4-FFF2-40B4-BE49-F238E27FC236}">
                <a16:creationId xmlns:a16="http://schemas.microsoft.com/office/drawing/2014/main" id="{331C6EBD-17D9-D57A-190B-1DC5CE1B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868" y="-76200"/>
            <a:ext cx="566928" cy="7315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F047FCAD-6B5E-6625-6DDC-EA9209CC82BC}"/>
              </a:ext>
            </a:extLst>
          </p:cNvPr>
          <p:cNvSpPr/>
          <p:nvPr/>
        </p:nvSpPr>
        <p:spPr>
          <a:xfrm>
            <a:off x="97028" y="106680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111827"/>
                </a:solidFill>
              </a:rPr>
              <a:t>2</a:t>
            </a:r>
            <a:r>
              <a:rPr lang="fr-FR" sz="2400" b="1" noProof="0" dirty="0">
                <a:solidFill>
                  <a:srgbClr val="111827"/>
                </a:solidFill>
              </a:rPr>
              <a:t>. Création des projets</a:t>
            </a:r>
            <a:endParaRPr lang="fr-FR" sz="2400" noProof="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8DBEDBD-8102-199A-979E-2BC56226397D}"/>
              </a:ext>
            </a:extLst>
          </p:cNvPr>
          <p:cNvSpPr/>
          <p:nvPr/>
        </p:nvSpPr>
        <p:spPr>
          <a:xfrm>
            <a:off x="97028" y="591312"/>
            <a:ext cx="150876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FA77CC-17A7-831C-E701-4193D8BE2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35" y="746760"/>
            <a:ext cx="10027833" cy="602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7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F376-4B79-053E-39F6-CB0458D52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extract/ppt/media/image4.png">
            <a:extLst>
              <a:ext uri="{FF2B5EF4-FFF2-40B4-BE49-F238E27FC236}">
                <a16:creationId xmlns:a16="http://schemas.microsoft.com/office/drawing/2014/main" id="{B920873F-6CB4-FBB9-D662-F53B12DA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868" y="-76200"/>
            <a:ext cx="566928" cy="7315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3B459F74-D56F-BDC3-631A-941DBE376561}"/>
              </a:ext>
            </a:extLst>
          </p:cNvPr>
          <p:cNvSpPr/>
          <p:nvPr/>
        </p:nvSpPr>
        <p:spPr>
          <a:xfrm>
            <a:off x="97028" y="106680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11827"/>
                </a:solidFill>
              </a:rPr>
              <a:t>3. </a:t>
            </a:r>
            <a:r>
              <a:rPr lang="fr-FR" sz="2400" b="1" noProof="0" dirty="0" err="1">
                <a:solidFill>
                  <a:srgbClr val="111827"/>
                </a:solidFill>
              </a:rPr>
              <a:t>Staffing</a:t>
            </a:r>
            <a:r>
              <a:rPr lang="fr-FR" sz="2400" b="1" noProof="0" dirty="0">
                <a:solidFill>
                  <a:srgbClr val="111827"/>
                </a:solidFill>
              </a:rPr>
              <a:t> manager/senior manger</a:t>
            </a:r>
            <a:endParaRPr lang="fr-FR" sz="2400" noProof="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61F307C-830C-51D0-F3EA-7CD20FE68EB4}"/>
              </a:ext>
            </a:extLst>
          </p:cNvPr>
          <p:cNvSpPr/>
          <p:nvPr/>
        </p:nvSpPr>
        <p:spPr>
          <a:xfrm>
            <a:off x="97028" y="591312"/>
            <a:ext cx="150876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0205658-743D-E461-FD9B-41C473889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8" y="655320"/>
            <a:ext cx="10263807" cy="616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44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B72C-1432-84AF-DD9E-B5A0076A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extract/ppt/media/image4.png">
            <a:extLst>
              <a:ext uri="{FF2B5EF4-FFF2-40B4-BE49-F238E27FC236}">
                <a16:creationId xmlns:a16="http://schemas.microsoft.com/office/drawing/2014/main" id="{71B3E810-DBB0-EF53-D180-676AB99BA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868" y="-76200"/>
            <a:ext cx="566928" cy="7315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A932782D-6252-FE5C-EFAC-542E5FAABFA1}"/>
              </a:ext>
            </a:extLst>
          </p:cNvPr>
          <p:cNvSpPr/>
          <p:nvPr/>
        </p:nvSpPr>
        <p:spPr>
          <a:xfrm>
            <a:off x="97028" y="106680"/>
            <a:ext cx="9692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11827"/>
                </a:solidFill>
              </a:rPr>
              <a:t>4. </a:t>
            </a:r>
            <a:r>
              <a:rPr lang="fr-FR" sz="2400" b="1" noProof="0" dirty="0" err="1">
                <a:solidFill>
                  <a:srgbClr val="111827"/>
                </a:solidFill>
              </a:rPr>
              <a:t>Staffing</a:t>
            </a:r>
            <a:r>
              <a:rPr lang="fr-FR" sz="2400" b="1" noProof="0" dirty="0">
                <a:solidFill>
                  <a:srgbClr val="111827"/>
                </a:solidFill>
              </a:rPr>
              <a:t> employé</a:t>
            </a:r>
            <a:endParaRPr lang="fr-FR" sz="2400" noProof="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BF4D4C2-599F-F92F-FE63-EE8D9E4B5887}"/>
              </a:ext>
            </a:extLst>
          </p:cNvPr>
          <p:cNvSpPr/>
          <p:nvPr/>
        </p:nvSpPr>
        <p:spPr>
          <a:xfrm>
            <a:off x="97028" y="591312"/>
            <a:ext cx="150876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F7D5C6F-89A6-F70F-0977-D012BB917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73" y="771384"/>
            <a:ext cx="9722993" cy="59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862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BAFB6C5E869C4785C72FA48831FCEB" ma:contentTypeVersion="21" ma:contentTypeDescription="Crée un document." ma:contentTypeScope="" ma:versionID="64c818f039e7c64fa12aa59192c19de8">
  <xsd:schema xmlns:xsd="http://www.w3.org/2001/XMLSchema" xmlns:xs="http://www.w3.org/2001/XMLSchema" xmlns:p="http://schemas.microsoft.com/office/2006/metadata/properties" xmlns:ns2="a02e5363-aefc-4e64-9fed-e4322bbc055e" xmlns:ns3="c87b3f2c-8b4d-498a-9faf-33ba978ed67b" targetNamespace="http://schemas.microsoft.com/office/2006/metadata/properties" ma:root="true" ma:fieldsID="1dc5447bba8043144110dfc06f52fe7d" ns2:_="" ns3:_="">
    <xsd:import namespace="a02e5363-aefc-4e64-9fed-e4322bbc055e"/>
    <xsd:import namespace="c87b3f2c-8b4d-498a-9faf-33ba978ed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Prestatair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2e5363-aefc-4e64-9fed-e4322bbc05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84995b8b-2e27-4930-aea7-85b871cca8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État de validation" ma:internalName="_x00c9_tat_x0020_de_x0020_validation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restataire" ma:index="27" nillable="true" ma:displayName="Prestataire" ma:format="Dropdown" ma:internalName="Prestatair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b3f2c-8b4d-498a-9faf-33ba978ed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8736c2a-76a1-4ff6-a68b-af95a158cea9}" ma:internalName="TaxCatchAll" ma:showField="CatchAllData" ma:web="c87b3f2c-8b4d-498a-9faf-33ba978ed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a02e5363-aefc-4e64-9fed-e4322bbc055e" xsi:nil="true"/>
    <lcf76f155ced4ddcb4097134ff3c332f xmlns="a02e5363-aefc-4e64-9fed-e4322bbc055e">
      <Terms xmlns="http://schemas.microsoft.com/office/infopath/2007/PartnerControls"/>
    </lcf76f155ced4ddcb4097134ff3c332f>
    <TaxCatchAll xmlns="c87b3f2c-8b4d-498a-9faf-33ba978ed67b"/>
    <Prestataire xmlns="a02e5363-aefc-4e64-9fed-e4322bbc055e" xsi:nil="true"/>
  </documentManagement>
</p:properties>
</file>

<file path=customXml/itemProps1.xml><?xml version="1.0" encoding="utf-8"?>
<ds:datastoreItem xmlns:ds="http://schemas.openxmlformats.org/officeDocument/2006/customXml" ds:itemID="{CFC8C80A-C8AA-4296-A5F6-946C47AF5D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2e5363-aefc-4e64-9fed-e4322bbc055e"/>
    <ds:schemaRef ds:uri="c87b3f2c-8b4d-498a-9faf-33ba978ed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33F67A-3040-409B-BD2A-42CDA0361E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7E41A0-7BAB-4922-954D-F9A655CEA641}">
  <ds:schemaRefs>
    <ds:schemaRef ds:uri="http://schemas.microsoft.com/office/2006/metadata/properties"/>
    <ds:schemaRef ds:uri="http://schemas.microsoft.com/office/infopath/2007/PartnerControls"/>
    <ds:schemaRef ds:uri="a02e5363-aefc-4e64-9fed-e4322bbc055e"/>
    <ds:schemaRef ds:uri="c87b3f2c-8b4d-498a-9faf-33ba978ed6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</Words>
  <Application>Microsoft Office PowerPoint</Application>
  <PresentationFormat>Grand écran</PresentationFormat>
  <Paragraphs>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Direction NAUMUR</dc:creator>
  <cp:lastModifiedBy>Direction NAUMUR</cp:lastModifiedBy>
  <cp:revision>1</cp:revision>
  <dcterms:created xsi:type="dcterms:W3CDTF">2026-07-23T11:14:28Z</dcterms:created>
  <dcterms:modified xsi:type="dcterms:W3CDTF">2026-07-23T11:29:03Z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0x01010038BAFB6C5E869C4785C72FA48831FCEB</vt:lpwstr>
  </property>
</Properties>
</file>